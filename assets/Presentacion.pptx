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5"/>
    <p:restoredTop sz="94607"/>
  </p:normalViewPr>
  <p:slideViewPr>
    <p:cSldViewPr snapToGrid="0">
      <p:cViewPr varScale="1">
        <p:scale>
          <a:sx n="114" d="100"/>
          <a:sy n="114" d="100"/>
        </p:scale>
        <p:origin x="1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EF56D-AFE5-0F9B-6955-1A09BA8A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ACC5C0-7449-F344-32CC-1E310CBCB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F25CB3-0E42-DF6D-C270-13863D117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DC308C-FECE-E0E1-606C-AB9062BD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ED10C-F4A2-6119-574F-42C5D4CA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955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26FA8-A557-7EC0-43A3-98F02643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C9EFE2-CF2C-9229-774B-AE2001FA7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AAC721-DD23-092A-6E1A-D65E5D970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E48C28-4E11-F751-0435-43B638EC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977FD4-7B48-D1BD-0C13-B112BCEE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115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6B60C-1462-8066-5E05-07E2AD0CB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540579-259A-BD24-31D5-1225E124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CC27C6-2F3E-B769-601A-44D18BEE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82762F-B898-98EE-B112-6E82143E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3E931B-8227-0A26-07BD-C6060EE6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35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F079E-183E-BA1F-4C51-F9B4B9F7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108D8-04B5-DDA3-2C2A-AA0EC6723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64FA66-3F68-D611-E049-8D826E31C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A78E86-087C-3188-7F18-49DC2B52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ABC201-8F57-5C6C-71F1-0E42373E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A23090-168D-1E45-5D95-745640AEF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472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46306-5A33-989D-E1EE-8A07499B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49DDAD-1400-0896-2E8D-67ABF9C6D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67BAC8-9920-1427-E64E-47EA91044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94C57E-554E-1599-9EE7-B26EA79E1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3BB610-8868-C5BD-0A8E-2494D4515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2F87F4C-E9CC-9978-C762-E1B97084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C3D439-A84C-563D-8F56-245FC1424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826CD7-035E-5D25-185E-CAF3C642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726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29096-EB94-029B-7F33-B38E63A7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E03D17-21E1-CCFA-C186-80C0A7D7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A7B53D4-0D0E-72FB-36EB-0FFC464A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DCDF34-F761-F943-C074-119121C7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885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70C0C2-D047-F3D8-1521-08F04954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98B3E1-B70F-B829-16A4-5C72C09D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7025E7-E0DC-D66F-63DA-A5FE5819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6940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C6430-5220-040F-CDD3-D9B151BD1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633E35-CB36-87C7-3C77-93C0A2385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DC0E81-1A52-A316-166B-2C8BF2BD1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7633A3-EA67-CB66-0C65-FC1AB812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2759AC-6A31-E63D-E200-697738D7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400B3C-3636-75CE-847D-DAFDAE36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4801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DFDFA-7191-496B-69A4-819650063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76BC18-3057-03FC-578C-443E74960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51531D-B67C-FDC0-F106-2D37A42A8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BE082C-ADD0-2A3C-EA85-874D5602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4D21C1-5972-198F-4CE6-8AC88855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B9B7C1-CD77-8327-978C-05B92BD4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938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FE124-6AB4-BEDE-AF9A-835F2E11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7E97E3-01E6-D199-6071-A0DC5A343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69850A-BEFB-84B6-AA32-65C3EB8D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6305FC-9F04-6E0C-9A14-297DDAAD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6F91C0-8246-E529-3F69-BBB49CF2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0039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7AC15D-27E5-C0FE-6410-0F02476A3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A13E4A-035B-B828-DE25-8AD4FC5A1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98AF69-B92C-60D7-4C87-4964B462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EE81C4-6978-3AA8-4570-C0BBD82A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AFF96D-642F-1EDC-60F6-0080724F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729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E69D52-E5B9-CADF-86A6-2E31949F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026998-AD32-6951-3A8D-78443B918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2CE7BC-B4F8-DF70-8806-56D1A38B4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EFA6-278B-644B-8822-4BD065670C3E}" type="datetimeFigureOut">
              <a:rPr lang="es-CO" smtClean="0"/>
              <a:t>14/04/26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1D6EC-AEFF-D6EC-177E-62A6DCD8A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404D50-95BA-EC82-5021-422A21D5D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2585C-5D31-D043-B725-0F221CAB4C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10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87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1FEC5AE-01AD-DE62-849A-7DD5ECC9CAA8}"/>
              </a:ext>
            </a:extLst>
          </p:cNvPr>
          <p:cNvSpPr txBox="1"/>
          <p:nvPr/>
        </p:nvSpPr>
        <p:spPr>
          <a:xfrm>
            <a:off x="3066068" y="2795995"/>
            <a:ext cx="5699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Título de la ponencia editable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2680D8-22FB-D607-EF5A-B22BA06DCADA}"/>
              </a:ext>
            </a:extLst>
          </p:cNvPr>
          <p:cNvSpPr txBox="1"/>
          <p:nvPr/>
        </p:nvSpPr>
        <p:spPr>
          <a:xfrm>
            <a:off x="3246046" y="5122145"/>
            <a:ext cx="56999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chemeClr val="bg1"/>
                </a:solidFill>
                <a:latin typeface="Bricolage Grotesque 18pt Conden" panose="020B0605040402000204" pitchFamily="34" charset="0"/>
              </a:rPr>
              <a:t>Nombre completo autor 1</a:t>
            </a:r>
          </a:p>
          <a:p>
            <a:pPr algn="ctr"/>
            <a:r>
              <a:rPr lang="es-CO" sz="1400" b="1" dirty="0">
                <a:solidFill>
                  <a:schemeClr val="bg1"/>
                </a:solidFill>
                <a:latin typeface="Bricolage Grotesque 18pt Conden" panose="020B0605040402000204" pitchFamily="34" charset="0"/>
              </a:rPr>
              <a:t>Nombre completo autor 2</a:t>
            </a:r>
          </a:p>
          <a:p>
            <a:pPr algn="ctr"/>
            <a:r>
              <a:rPr lang="es-CO" sz="1400" b="1" dirty="0">
                <a:solidFill>
                  <a:schemeClr val="bg1"/>
                </a:solidFill>
                <a:latin typeface="Bricolage Grotesque 18pt Conden" panose="020B0605040402000204" pitchFamily="34" charset="0"/>
              </a:rPr>
              <a:t>Nombre completo autor 3</a:t>
            </a:r>
          </a:p>
          <a:p>
            <a:pPr algn="ctr"/>
            <a:endParaRPr lang="es-CO" sz="1400" b="1" dirty="0">
              <a:solidFill>
                <a:schemeClr val="bg1"/>
              </a:solidFill>
              <a:latin typeface="Bricolage Grotesque 18pt Conden" panose="020B060504040200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440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CEF7C54-FF19-BC9D-CCA8-386D004B17AF}"/>
              </a:ext>
            </a:extLst>
          </p:cNvPr>
          <p:cNvSpPr txBox="1"/>
          <p:nvPr/>
        </p:nvSpPr>
        <p:spPr>
          <a:xfrm>
            <a:off x="896233" y="563174"/>
            <a:ext cx="288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1365876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5315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18</Words>
  <Application>Microsoft Macintosh PowerPoint</Application>
  <PresentationFormat>Panorámica</PresentationFormat>
  <Paragraphs>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Arial</vt:lpstr>
      <vt:lpstr>Bricolage Grotesque 18pt Conden</vt:lpstr>
      <vt:lpstr>Calibri</vt:lpstr>
      <vt:lpstr>Calibri Light</vt:lpstr>
      <vt:lpstr>Roboto Condensed</vt:lpstr>
      <vt:lpstr>Roboto Condensed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Microsoft Office User</cp:lastModifiedBy>
  <cp:revision>3</cp:revision>
  <dcterms:created xsi:type="dcterms:W3CDTF">2025-04-21T16:37:31Z</dcterms:created>
  <dcterms:modified xsi:type="dcterms:W3CDTF">2026-04-14T16:50:28Z</dcterms:modified>
</cp:coreProperties>
</file>